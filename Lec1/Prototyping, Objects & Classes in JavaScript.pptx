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0C08-5314-8040-C6FD-527400981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BFF2A-3A4B-6DB0-FCE5-6E704D5E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B670A-D4AE-508D-9250-2BC80125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6782D-6B48-579C-DB6C-41DC3490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4933-F9B4-D8F5-54B0-8F28825E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91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C2326-0579-BE33-8FEF-062A45D1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F5AC-8610-C178-C330-261C7BCD5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7AA8-73DC-02BA-D47E-87AEB4D5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0B3F7-FDEB-42EF-A007-723A8819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86ABE-40B0-E289-E38A-3B9828D6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356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CD16-887E-5FD3-0F6B-85116C5B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4825C-8A54-EDD4-A5E6-8D1FC67A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07379-2FE2-E3FA-DD93-EF259499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33C61-2CC0-6034-230B-229DE6D45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56C49-2490-8A16-70EC-63094A20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996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D099-0C49-B028-452A-56F4977F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518DA-3841-0266-4DE0-C38A21884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3A88F-40A0-CA81-58D1-AF2407CEB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EF5DF-1BFE-5B51-D7B6-315172162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5904D-D228-6B1E-D39E-42754D54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B6A6A-485E-9760-5A62-327770B5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16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F1B4-C9DC-F815-8395-A040F3A7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EE474-2032-856F-80E1-62A75FCCE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FB142-EAC9-52AA-D444-852EC8705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5C3E55-5E58-EDAA-35BA-A339BC2FA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829465-6D97-F827-8210-87CEFF376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90F4A-09F9-3027-2248-F82CDAC2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62E50-31A3-3E2F-2F50-01FDF416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33803-D0F7-CC3A-F9E3-C56B2F46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65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B9B1-4C23-30B3-766C-A4AAF83E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ADA4F-50CC-B780-6BC3-C7209972F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191B9-B447-EB17-8D4D-4EEB6A46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FC2BE-BCC1-098F-6B71-E83C92B5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84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B8C29-F2F2-901F-C4F6-5D7414FD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23DE5-0846-58B9-11B8-854316D3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61407-7126-B7E8-3A8D-145DC672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012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F6D4-3DC9-DEE3-B164-E23461AA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CD5C-FA83-78A2-005D-741DEA9F0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5AE35-0BA1-00AF-64E5-D319F985D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9E2C7-BB86-3A35-E877-B3A105F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07483E-0228-E4C9-9BAE-9CD3224D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D50EC-5024-70B6-8087-29B726DC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00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9C9E2-DC27-8D8E-E639-E3C08CB0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DC4BEC-6DC8-C8B5-6215-366DD169D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8ED48-0348-C415-AEFB-48DE69765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521C0-76A8-3809-BEBB-12CAD67A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5B40D-2110-55DB-3F84-8C436CE6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587E2-4F2F-9650-70B1-FF10497D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25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57F99-8BE0-573E-496B-5105E3E9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F2C86-5330-5801-8D08-B12B9929A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61031-6A7B-2D4F-120C-19C22889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4B8AB-D8FA-3EA6-F543-24A4B66CA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D599-B031-27DC-33C3-D0E93415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41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B7D03-DC8D-EED3-EA26-F4CA79A7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5B58B-50F7-6BAB-5DDA-8ED922630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76846-A087-DDAE-95AD-93E9676C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C651-B426-A647-F3AC-242C22E0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4108C-B956-0CA0-4A52-2AA564A8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69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3C2D3-2C1C-2EAE-04ED-4CFA4B46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0A9E7-8BE5-2A8F-003B-71820D6EF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7B2C6-46E8-901A-69D3-A1761220F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F7BD6-5FE9-4732-A6C2-83245232DC5C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CE9C9-D9D0-6503-7FB0-BA955C390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F5FF1-FBB5-3584-41C1-D1B48DE02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EB52D-656C-43A1-B132-40706CFE0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74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06C4-7AEF-DA61-D40B-574053755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Prototyping, Objects &amp; Classes in JavaScript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6C9958-8E07-2E82-D7A5-23C61D7D5F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737421"/>
            <a:ext cx="692208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JS really creates objects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__proto__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Functions → Prototypes → Classes</a:t>
            </a:r>
          </a:p>
        </p:txBody>
      </p:sp>
    </p:spTree>
    <p:extLst>
      <p:ext uri="{BB962C8B-B14F-4D97-AF65-F5344CB8AC3E}">
        <p14:creationId xmlns:p14="http://schemas.microsoft.com/office/powerpoint/2010/main" val="815258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2C90-EE96-0AF5-0BBC-215FC1D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an Object?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8703F-E447-927F-638C-CDD0721B6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JavaScript is </a:t>
            </a:r>
            <a:r>
              <a:rPr lang="en-GB" b="1" dirty="0"/>
              <a:t>object-based language</a:t>
            </a:r>
            <a:endParaRPr lang="en-GB" dirty="0"/>
          </a:p>
          <a:p>
            <a:r>
              <a:rPr lang="en-GB" dirty="0"/>
              <a:t>Everything revolves around objects</a:t>
            </a:r>
          </a:p>
          <a:p>
            <a:pPr marL="0" indent="0">
              <a:buNone/>
            </a:pPr>
            <a:r>
              <a:rPr lang="en-GB" dirty="0"/>
              <a:t> Object = collection of key-value pairs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736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B789-A739-6BC1-89A5-D2C8E420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Constructor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1F7ED-18D8-0556-4A9F-234E3E2FD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Used to create multiple objects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4AD6D-A78E-CF97-EB6A-2B70EAF5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59" y="1829037"/>
            <a:ext cx="3286584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EAFB42-F562-92AE-B408-7262E7979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59" y="3736685"/>
            <a:ext cx="3972479" cy="2953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61F5C0-E79A-43A4-3215-D5D333ECB018}"/>
              </a:ext>
            </a:extLst>
          </p:cNvPr>
          <p:cNvSpPr txBox="1"/>
          <p:nvPr/>
        </p:nvSpPr>
        <p:spPr>
          <a:xfrm>
            <a:off x="838200" y="4227319"/>
            <a:ext cx="60937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What </a:t>
            </a:r>
            <a:r>
              <a:rPr lang="en-GB" b="1" dirty="0">
                <a:latin typeface="Courier New" panose="02070309020205020404" pitchFamily="49" charset="0"/>
              </a:rPr>
              <a:t>new</a:t>
            </a:r>
            <a:r>
              <a:rPr lang="en-GB" b="1" dirty="0"/>
              <a:t> does internally:</a:t>
            </a:r>
          </a:p>
          <a:p>
            <a:pPr>
              <a:buFont typeface="+mj-lt"/>
              <a:buAutoNum type="arabicPeriod"/>
            </a:pPr>
            <a:r>
              <a:rPr lang="en-GB" dirty="0"/>
              <a:t>Creates empty object </a:t>
            </a:r>
            <a:r>
              <a:rPr lang="en-GB" dirty="0">
                <a:latin typeface="Courier New" panose="02070309020205020404" pitchFamily="49" charset="0"/>
              </a:rPr>
              <a:t>{}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Links it to prototype</a:t>
            </a:r>
          </a:p>
          <a:p>
            <a:pPr>
              <a:buFont typeface="+mj-lt"/>
              <a:buAutoNum type="arabicPeriod"/>
            </a:pPr>
            <a:r>
              <a:rPr lang="en-GB" dirty="0"/>
              <a:t>Sets </a:t>
            </a:r>
            <a:r>
              <a:rPr lang="en-GB" dirty="0">
                <a:latin typeface="Courier New" panose="02070309020205020404" pitchFamily="49" charset="0"/>
              </a:rPr>
              <a:t>this</a:t>
            </a:r>
            <a:r>
              <a:rPr lang="en-GB" dirty="0"/>
              <a:t> → new object</a:t>
            </a:r>
          </a:p>
          <a:p>
            <a:pPr>
              <a:buFont typeface="+mj-lt"/>
              <a:buAutoNum type="arabicPeriod"/>
            </a:pPr>
            <a:r>
              <a:rPr lang="en-GB" dirty="0"/>
              <a:t>Returns object</a:t>
            </a:r>
          </a:p>
          <a:p>
            <a:pPr>
              <a:buNone/>
            </a:pPr>
            <a:r>
              <a:rPr lang="en-GB" dirty="0"/>
              <a:t>👉 This is the backbone of JS object creation</a:t>
            </a:r>
          </a:p>
        </p:txBody>
      </p:sp>
    </p:spTree>
    <p:extLst>
      <p:ext uri="{BB962C8B-B14F-4D97-AF65-F5344CB8AC3E}">
        <p14:creationId xmlns:p14="http://schemas.microsoft.com/office/powerpoint/2010/main" val="972715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7CD1-3007-D20A-4CB0-AA307A5F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Understanding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4B025-395B-ABE6-5F94-B2F96A49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depends on </a:t>
            </a:r>
            <a:r>
              <a:rPr lang="en-GB" b="1" dirty="0"/>
              <a:t>how function is called</a:t>
            </a:r>
            <a:endParaRPr lang="en-GB" dirty="0"/>
          </a:p>
          <a:p>
            <a:r>
              <a:rPr lang="en-GB" dirty="0"/>
              <a:t>function User(name) {</a:t>
            </a:r>
            <a:br>
              <a:rPr lang="en-GB" dirty="0"/>
            </a:br>
            <a:r>
              <a:rPr lang="en-GB" dirty="0"/>
              <a:t>  this.name = name;</a:t>
            </a:r>
            <a:br>
              <a:rPr lang="en-GB" dirty="0"/>
            </a:br>
            <a:r>
              <a:rPr lang="en-GB" dirty="0"/>
              <a:t>}</a:t>
            </a:r>
          </a:p>
          <a:p>
            <a:r>
              <a:rPr lang="en-GB" dirty="0"/>
              <a:t>With new → this = new object</a:t>
            </a:r>
          </a:p>
          <a:p>
            <a:r>
              <a:rPr lang="en-GB" dirty="0"/>
              <a:t>Without new → this = global / undefined (strict mode)</a:t>
            </a:r>
          </a:p>
          <a:p>
            <a:r>
              <a:rPr lang="en-GB" dirty="0"/>
              <a:t>⚠️ Important interview point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98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D538-4438-89F1-E716-5C66C7D7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Without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929C5-5084-645F-DA74-2DD549DC2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❌ Every object gets its own copy → memory waste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26D09-4305-BA79-B363-C92708518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35043"/>
            <a:ext cx="5287113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8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7CA7A-4D8A-95C1-CC94-FC6C6EAAE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9D644-8A5E-D223-CC2D-AC250AECE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JS solves this using </a:t>
            </a:r>
            <a:r>
              <a:rPr lang="en-GB" b="1" dirty="0"/>
              <a:t>prototype</a:t>
            </a: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br>
              <a:rPr lang="en-GB" b="1" dirty="0"/>
            </a:br>
            <a:r>
              <a:rPr lang="en-GB" dirty="0"/>
              <a:t>Shared across all objects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EEC8F-EFB9-CA19-BA5C-5D3D3C6E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0348"/>
            <a:ext cx="4334480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1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E429-5759-F2BD-B404-5DFF5BE8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__proto__?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0B1B9-88A6-2D33-2EF0-1E1FD9A20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 object has hidden property → __proto__</a:t>
            </a:r>
            <a:br>
              <a:rPr lang="en-GB" dirty="0"/>
            </a:br>
            <a:r>
              <a:rPr lang="en-GB" dirty="0"/>
              <a:t>It connects object to its prototype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This is called </a:t>
            </a:r>
            <a:r>
              <a:rPr lang="en-GB" b="1" dirty="0"/>
              <a:t>Prototype Chain</a:t>
            </a:r>
            <a:endParaRPr lang="en-GB" dirty="0"/>
          </a:p>
          <a:p>
            <a:r>
              <a:rPr lang="en-GB" dirty="0"/>
              <a:t>JS searches properties upward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EEA0A-DA04-139F-1024-B16B2FA8D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2" y="2876473"/>
            <a:ext cx="5506218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3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1828-F76C-C8AA-36AF-DDAA86C32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Classes (Modern JS)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2558CF-7E39-B8D1-C02D-FB75AB2A1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757382" cy="4051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C9646A-BE5D-6934-5AA8-8A4A7B9651DE}"/>
              </a:ext>
            </a:extLst>
          </p:cNvPr>
          <p:cNvSpPr txBox="1"/>
          <p:nvPr/>
        </p:nvSpPr>
        <p:spPr>
          <a:xfrm>
            <a:off x="3216891" y="5741896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Cleaner syntax over prototypes</a:t>
            </a:r>
          </a:p>
        </p:txBody>
      </p:sp>
    </p:spTree>
    <p:extLst>
      <p:ext uri="{BB962C8B-B14F-4D97-AF65-F5344CB8AC3E}">
        <p14:creationId xmlns:p14="http://schemas.microsoft.com/office/powerpoint/2010/main" val="1465607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686F-982A-5FCE-2D61-F8216428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Behind the Scenes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0D5EA-130B-22BF-3D6C-49929FA0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Classes are </a:t>
            </a:r>
            <a:r>
              <a:rPr lang="en-GB" b="1" dirty="0"/>
              <a:t>syntactic sugar</a:t>
            </a:r>
            <a:endParaRPr lang="en-GB" dirty="0"/>
          </a:p>
          <a:p>
            <a:r>
              <a:rPr lang="en-GB" dirty="0" err="1"/>
              <a:t>User.prototype.sayHi</a:t>
            </a:r>
            <a:endParaRPr lang="en-GB" dirty="0"/>
          </a:p>
          <a:p>
            <a:r>
              <a:rPr lang="en-GB" dirty="0"/>
              <a:t>✔ Still uses prototype internally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514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CF211-45D2-0622-327F-B453DCA8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Differences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28AB9-FE5A-E4BD-ED6D-3CC404AED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6247"/>
            <a:ext cx="9505393" cy="383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9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Calibri</vt:lpstr>
      <vt:lpstr>Calibri Light</vt:lpstr>
      <vt:lpstr>Courier New</vt:lpstr>
      <vt:lpstr>Office Theme</vt:lpstr>
      <vt:lpstr>Prototyping, Objects &amp; Classes in JavaScript</vt:lpstr>
      <vt:lpstr>What is an Object?</vt:lpstr>
      <vt:lpstr>Constructor Function</vt:lpstr>
      <vt:lpstr>Understanding this</vt:lpstr>
      <vt:lpstr>Problem Without Prototype</vt:lpstr>
      <vt:lpstr>Enter Prototype</vt:lpstr>
      <vt:lpstr>What is __proto__?</vt:lpstr>
      <vt:lpstr>Classes (Modern JS)</vt:lpstr>
      <vt:lpstr>Behind the Scenes</vt:lpstr>
      <vt:lpstr>Key Differences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2026-03-17T19:48:26Z</dcterms:created>
  <dcterms:modified xsi:type="dcterms:W3CDTF">2026-03-17T19:48:27Z</dcterms:modified>
</cp:coreProperties>
</file>